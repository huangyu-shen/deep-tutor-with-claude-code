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respiration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Glycolysis happens in the cytoplasm.</a:t>
            </a:r>
          </a:p>
          <a:p>
            <a:r>
              <a:t>It yields two ATP per glucose.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Krebs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Krebs cycle takes place in the mitochondrial matrix.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Without oxygen, cells regenerate NAD+ by fermentation.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